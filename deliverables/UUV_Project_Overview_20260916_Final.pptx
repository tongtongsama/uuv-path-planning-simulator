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ee042414694c11" /><Relationship Type="http://schemas.openxmlformats.org/officeDocument/2006/relationships/extended-properties" Target="/docProps/app.xml" Id="R118eca92fce5431a" /><Relationship Type="http://schemas.openxmlformats.org/officeDocument/2006/relationships/officeDocument" Target="/ppt/presentation.xml" Id="Ra3d4033e677e43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1e4264eaf246af"/>
  </p:sldMasterIdLst>
  <p:notesMasterIdLst>
    <p:notesMasterId xmlns:r="http://schemas.openxmlformats.org/officeDocument/2006/relationships" r:id="Rbc3e6e4f410c4937"/>
  </p:notesMasterIdLst>
  <p:sldIdLst>
    <p:sldId xmlns:r="http://schemas.openxmlformats.org/officeDocument/2006/relationships" id="256" r:id="R91a7290db1134d99"/>
    <p:sldId xmlns:r="http://schemas.openxmlformats.org/officeDocument/2006/relationships" id="257" r:id="R899891d333014be3"/>
    <p:sldId xmlns:r="http://schemas.openxmlformats.org/officeDocument/2006/relationships" id="258" r:id="R396d447ae6f44dc9"/>
    <p:sldId xmlns:r="http://schemas.openxmlformats.org/officeDocument/2006/relationships" id="259" r:id="Rf402976d37b6453c"/>
    <p:sldId xmlns:r="http://schemas.openxmlformats.org/officeDocument/2006/relationships" id="260" r:id="R60a4ec6f64854e11"/>
    <p:sldId xmlns:r="http://schemas.openxmlformats.org/officeDocument/2006/relationships" id="261" r:id="Ra765cb566feb4969"/>
    <p:sldId xmlns:r="http://schemas.openxmlformats.org/officeDocument/2006/relationships" id="262" r:id="R4cf6dd5bafd245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b4b95b13b646db" /><Relationship Type="http://schemas.openxmlformats.org/officeDocument/2006/relationships/slideMaster" Target="/ppt/slideMasters/slideMaster1.xml" Id="R5d1e4264eaf246af" /><Relationship Type="http://schemas.openxmlformats.org/officeDocument/2006/relationships/notesMaster" Target="/ppt/notesMasters/notesMaster1.xml" Id="Rbc3e6e4f410c4937" /><Relationship Type="http://schemas.openxmlformats.org/officeDocument/2006/relationships/presProps" Target="/ppt/presProps.xml" Id="Rad25e2f0de2e4262" /><Relationship Type="http://schemas.openxmlformats.org/officeDocument/2006/relationships/viewProps" Target="/ppt/viewProps.xml" Id="Rbd57cf6683684ce7" /><Relationship Type="http://schemas.openxmlformats.org/officeDocument/2006/relationships/tableStyles" Target="/ppt/tableStyles.xml" Id="R29b3172573184d2d" /><Relationship Type="http://schemas.openxmlformats.org/officeDocument/2006/relationships/slide" Target="/ppt/slides/slide1.xml" Id="R91a7290db1134d99" /><Relationship Type="http://schemas.openxmlformats.org/officeDocument/2006/relationships/slide" Target="/ppt/slides/slide2.xml" Id="R899891d333014be3" /><Relationship Type="http://schemas.openxmlformats.org/officeDocument/2006/relationships/slide" Target="/ppt/slides/slide3.xml" Id="R396d447ae6f44dc9" /><Relationship Type="http://schemas.openxmlformats.org/officeDocument/2006/relationships/slide" Target="/ppt/slides/slide4.xml" Id="Rf402976d37b6453c" /><Relationship Type="http://schemas.openxmlformats.org/officeDocument/2006/relationships/slide" Target="/ppt/slides/slide5.xml" Id="R60a4ec6f64854e11" /><Relationship Type="http://schemas.openxmlformats.org/officeDocument/2006/relationships/slide" Target="/ppt/slides/slide6.xml" Id="Ra765cb566feb4969" /><Relationship Type="http://schemas.openxmlformats.org/officeDocument/2006/relationships/slide" Target="/ppt/slides/slide7.xml" Id="R4cf6dd5bafd245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37c2789d0a4c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6b31bfbffe4c64" /><Relationship Type="http://schemas.openxmlformats.org/officeDocument/2006/relationships/notesMaster" Target="/ppt/notesMasters/notesMaster1.xml" Id="Rd5dac2547e104c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5c1eba0115466c" /><Relationship Type="http://schemas.openxmlformats.org/officeDocument/2006/relationships/notesMaster" Target="/ppt/notesMasters/notesMaster1.xml" Id="R4b971780ff3b4d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4682d77c3441d2" /><Relationship Type="http://schemas.openxmlformats.org/officeDocument/2006/relationships/notesMaster" Target="/ppt/notesMasters/notesMaster1.xml" Id="R30bfcc9446b745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72741416724239" /><Relationship Type="http://schemas.openxmlformats.org/officeDocument/2006/relationships/notesMaster" Target="/ppt/notesMasters/notesMaster1.xml" Id="R84b1ef0b69584e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3666e8c4e74c1e" /><Relationship Type="http://schemas.openxmlformats.org/officeDocument/2006/relationships/notesMaster" Target="/ppt/notesMasters/notesMaster1.xml" Id="Rf9c1348de0644f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cde2cd3a3340a2" /><Relationship Type="http://schemas.openxmlformats.org/officeDocument/2006/relationships/notesMaster" Target="/ppt/notesMasters/notesMaster1.xml" Id="R73640430d19342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521fcf494e438e" /><Relationship Type="http://schemas.openxmlformats.org/officeDocument/2006/relationships/notesMaster" Target="/ppt/notesMasters/notesMaster1.xml" Id="Rd197662b6e274c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讲解重点：UUV 仿真平台，项目概览。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讲解重点：项目要解决的问题。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讲解重点：系统如何工作。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来源：README.md；docs/navigation_v0.8_validation.md；docs/control_v0.5.1_validation.md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讲解重点：目前已完成的工作。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来源：README.md；docs/navigation_v0.8_validation.md；docs/control_v0.5.1_validation.md；原始 M3 数据为历史基线，不代表新增候选的全场景表现。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讲解重点：最新进展与剩余边界。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正式基线、已验收的可选控制功能与新候选实验分别评价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来源：docs/control_v0.5.1_validation.md；artifacts/controller/v051_20260915/pytest.log；artifacts/navigation/terminal_capture_v1_20260915/summary.json；navigation/terminal_capture.py；validation/terminal_capture_acceptance.py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讲解重点：接下来如何完成。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节；D:/UUV_Dissertation_One_Page_Progress_Brief_Bilingual.docx（2026-09-10）；时间为根据当前进度提出的安排。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讲解重点：最终成果与当前重点。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7006f9b6049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28c45fc5d49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974cfde8b4a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046cd45834a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c0582e65543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65bc4d63b46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63184366047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343b42269414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f4973caecf4de2" /><Relationship Type="http://schemas.openxmlformats.org/officeDocument/2006/relationships/slideLayout" Target="/ppt/slideLayouts/slideLayout1.xml" Id="R0d1e54d1ea654106" /><Relationship Type="http://schemas.openxmlformats.org/officeDocument/2006/relationships/slideLayout" Target="/ppt/slideLayouts/slideLayout2.xml" Id="R0202d43d258146ac" /><Relationship Type="http://schemas.openxmlformats.org/officeDocument/2006/relationships/slideLayout" Target="/ppt/slideLayouts/slideLayout3.xml" Id="R06ab647aed89490b" /><Relationship Type="http://schemas.openxmlformats.org/officeDocument/2006/relationships/slideLayout" Target="/ppt/slideLayouts/slideLayout4.xml" Id="R16be393d0fe0462a" /><Relationship Type="http://schemas.openxmlformats.org/officeDocument/2006/relationships/slideLayout" Target="/ppt/slideLayouts/slideLayout5.xml" Id="R8809f6e9a02647be" /><Relationship Type="http://schemas.openxmlformats.org/officeDocument/2006/relationships/slideLayout" Target="/ppt/slideLayouts/slideLayout6.xml" Id="R051664cd91c14692" /><Relationship Type="http://schemas.openxmlformats.org/officeDocument/2006/relationships/slideLayout" Target="/ppt/slideLayouts/slideLayout7.xml" Id="R0e7a380573164685" /><Relationship Type="http://schemas.openxmlformats.org/officeDocument/2006/relationships/slideLayout" Target="/ppt/slideLayouts/slideLayout8.xml" Id="R47ff422342f34a2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1e54d1ea654106"/>
    <p:sldLayoutId xmlns:r="http://schemas.openxmlformats.org/officeDocument/2006/relationships" id="2147483650" r:id="R0202d43d258146ac"/>
    <p:sldLayoutId xmlns:r="http://schemas.openxmlformats.org/officeDocument/2006/relationships" id="2147483651" r:id="R06ab647aed89490b"/>
    <p:sldLayoutId xmlns:r="http://schemas.openxmlformats.org/officeDocument/2006/relationships" id="2147483652" r:id="R16be393d0fe0462a"/>
    <p:sldLayoutId xmlns:r="http://schemas.openxmlformats.org/officeDocument/2006/relationships" id="2147483653" r:id="R8809f6e9a02647be"/>
    <p:sldLayoutId xmlns:r="http://schemas.openxmlformats.org/officeDocument/2006/relationships" id="2147483654" r:id="R051664cd91c14692"/>
    <p:sldLayoutId xmlns:r="http://schemas.openxmlformats.org/officeDocument/2006/relationships" id="2147483655" r:id="R0e7a380573164685"/>
    <p:sldLayoutId xmlns:r="http://schemas.openxmlformats.org/officeDocument/2006/relationships" id="2147483656" r:id="R47ff422342f34a2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6e6088ce84428" /><Relationship Type="http://schemas.openxmlformats.org/officeDocument/2006/relationships/notesSlide" Target="/ppt/notesSlides/notesSlide1.xml" Id="Rc4fde08dc6c74e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98babb02f4fa1" /><Relationship Type="http://schemas.openxmlformats.org/officeDocument/2006/relationships/notesSlide" Target="/ppt/notesSlides/notesSlide2.xml" Id="R5c71a3c492ae42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4212d91e847e1" /><Relationship Type="http://schemas.openxmlformats.org/officeDocument/2006/relationships/notesSlide" Target="/ppt/notesSlides/notesSlide3.xml" Id="R7f32e8ab6ece4f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1879399beb494e" /><Relationship Type="http://schemas.openxmlformats.org/officeDocument/2006/relationships/notesSlide" Target="/ppt/notesSlides/notesSlide4.xml" Id="Rb9d910421fad47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9fbdeed14485b" /><Relationship Type="http://schemas.openxmlformats.org/officeDocument/2006/relationships/notesSlide" Target="/ppt/notesSlides/notesSlide5.xml" Id="Rd5ef15a1a2494e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a04ca44aa4efe" /><Relationship Type="http://schemas.openxmlformats.org/officeDocument/2006/relationships/notesSlide" Target="/ppt/notesSlides/notesSlide6.xml" Id="R53da6015e068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93661ac184022" /><Relationship Type="http://schemas.openxmlformats.org/officeDocument/2006/relationships/notesSlide" Target="/ppt/notesSlides/notesSlide7.xml" Id="Rd33acd79a22540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UUV 仿真平台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525" y="4714875"/>
            <a:ext cx="10001250" cy="1333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我们在做什么、目前做到哪里、如何完成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NTU MSc Computer Control and Automation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 年 9 月 16 日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简要汇报</a:t>
            </a:r>
          </a:p>
        </p:txBody>
      </p:sp>
    </p:spTree>
    <p:extLst>
      <p:ext uri="{BB962C8B-B14F-4D97-AF65-F5344CB8AC3E}">
        <p14:creationId xmlns:p14="http://schemas.microsoft.com/office/powerpoint/2010/main" val="700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项目要解决的问题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核心目标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让 UUV 在有障碍和海流的环境中规划路径、跟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踪轨迹，并安全到达目标。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用同一套实验平台评价路径能否真正执行。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目前范围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二维垂直平面中的 3-DOF 合成模型。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静态障碍，A* 规划与 PID 控制，无流和恒定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海流。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结论限于仿真测试，尚无真实艇验证。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系统如何工作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  规划路线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Planner 在环境地图中搜索无碰撞路径。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  生成轨迹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Trajectory 给路径分配时间与运动参考。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  执行与反馈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Controller 输出控制力，Physics 推进状态并反馈。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 判断任务结果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Navigation 组织闭环，检查实际安全、到达或失败，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并记录结果。</a:t>
            </a:r>
          </a:p>
        </p:txBody>
      </p:sp>
    </p:spTree>
    <p:extLst>
      <p:ext uri="{BB962C8B-B14F-4D97-AF65-F5344CB8AC3E}">
        <p14:creationId xmlns:p14="http://schemas.microsoft.com/office/powerpoint/2010/main" val="700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目前已完成的工作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平台主链路已贯通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核心数据、环境、动力学与 PID 已有验证。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A* 和轨迹生成已通过阶段验收。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导航最小闭环、实验记录和可视化已建立。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仍在解决的部分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 16 场景仅 7 个成功，复杂任务曾出现超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时、碰撞与越界。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当前重点是终端位置捕获、转弯跟踪和执行安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全余量。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 Benchmark 与 ROS 2 集成尚待完成。</a:t>
            </a:r>
          </a:p>
        </p:txBody>
      </p:sp>
    </p:spTree>
    <p:extLst>
      <p:ext uri="{BB962C8B-B14F-4D97-AF65-F5344CB8AC3E}">
        <p14:creationId xmlns:p14="http://schemas.microsoft.com/office/powerpoint/2010/main" val="700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最新进展与剩余边界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正式基线、已验收的可选控制功能与新候选实验分别评价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191000"/>
                <a:gridCol w="4638675"/>
              </a:tblGrid>
              <a:tr h="78676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进展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已有证据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仍需完成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可选恢复力前馈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对角案例由超时改善为成功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更完整的扰动与场景验证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控制功能验收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622 项测试通过，无跳过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测试通过不等于全部任务成功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终端捕获候选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个低速绕障案例记录成功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16 场景全矩阵复验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执行安全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上述绕障额外余量约 27 / 8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增加安全余量与稳健性证据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接下来如何完成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3375" y="337185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9 月下旬至 10 月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 月上半月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 月下半月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研究比较与集成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开展规划改进和消融，再完成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ROS 2 运行案例。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闭环与评价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完善终端和转弯，复验场景，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冻结统一 Benchmark。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论文与发布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保护缓冲，冻结功能，完成图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表、复现与交付。</a:t>
            </a:r>
          </a:p>
        </p:txBody>
      </p:sp>
      <p:sp>
        <p:nvSpPr>
          <p:cNvPr id="20" name="foot">
            <a:extLst xmlns:a="http://schemas.openxmlformats.org/drawingml/2006/main">
              <a:ext uri="{FF2B5EF4-FFF2-40B4-BE49-F238E27FC236}">
                <a16:creationId xmlns:a16="http://schemas.microsoft.com/office/drawing/2014/main" id="{889F4C68-B09B-4472-8A69-5B00FB48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72175"/>
            <a:ext cx="10668000" cy="2571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内部目标：2026 年 11 月 30 日；尚非确认的学校截止日期</a:t>
            </a:r>
          </a:p>
        </p:txBody>
      </p:sp>
    </p:spTree>
    <p:extLst>
      <p:ext uri="{BB962C8B-B14F-4D97-AF65-F5344CB8AC3E}">
        <p14:creationId xmlns:p14="http://schemas.microsoft.com/office/powerpoint/2010/main" val="7000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最终成果与当前重点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最终成果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一个可扩展、可复现的 UUV 路径规划仿真平台。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一套清楚区分规划、控制与任务成败的实验结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果。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论文图表、运行文档与 ROS 2 演示。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当前重点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把候选成功案例推进到稳定、可复验的任务表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确认规划改进方向，保持核心范围可控。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MPC、6-DOF、Gazebo、RRT* 与 RL 作为条件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扩展。</a:t>
            </a:r>
          </a:p>
        </p:txBody>
      </p:sp>
    </p:spTree>
    <p:extLst>
      <p:ext uri="{BB962C8B-B14F-4D97-AF65-F5344CB8AC3E}">
        <p14:creationId xmlns:p14="http://schemas.microsoft.com/office/powerpoint/2010/main" val="70000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2026-09-16T08:40:40.6330000Z</dcterms:created>
  <dcterms:modified xsi:type="dcterms:W3CDTF">2026-09-16T08:40:40.6330000Z</dcterms:modified>
</coreProperties>
</file>